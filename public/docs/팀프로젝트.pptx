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802" r:id="rId1"/>
  </p:sldMasterIdLst>
  <p:sldIdLst>
    <p:sldId id="256" r:id="rId2"/>
    <p:sldId id="258" r:id="rId3"/>
    <p:sldId id="270" r:id="rId4"/>
    <p:sldId id="263" r:id="rId5"/>
    <p:sldId id="266" r:id="rId6"/>
    <p:sldId id="264" r:id="rId7"/>
    <p:sldId id="267" r:id="rId8"/>
    <p:sldId id="26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72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32" y="10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Relationship Id="rId2" Type="http://schemas.openxmlformats.org/officeDocument/2006/relationships/image" Target="../media/image1.jpeg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725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53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960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50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3688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61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962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41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533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39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21104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80998AA-8AA9-4268-A4AC-B71D18E9A2A7}" type="datetimeFigureOut">
              <a:rPr lang="ko-KR" altLang="en-US" smtClean="0"/>
              <a:t>2026-01-11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6AA3E47-9938-4A5F-911F-A3F4C13491A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64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jpeg"  /><Relationship Id="rId3" Type="http://schemas.openxmlformats.org/officeDocument/2006/relationships/image" Target="../media/image4.jpe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Relationship Id="rId6" Type="http://schemas.openxmlformats.org/officeDocument/2006/relationships/image" Target="../media/image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jpeg"  /><Relationship Id="rId3" Type="http://schemas.openxmlformats.org/officeDocument/2006/relationships/image" Target="../media/image6.png"  /><Relationship Id="rId4" Type="http://schemas.openxmlformats.org/officeDocument/2006/relationships/image" Target="../media/image1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jpeg"  /><Relationship Id="rId3" Type="http://schemas.openxmlformats.org/officeDocument/2006/relationships/image" Target="../media/image7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514705" y="5943254"/>
            <a:ext cx="4361411" cy="307571"/>
          </a:xfrm>
        </p:spPr>
        <p:txBody>
          <a:bodyPr>
            <a:noAutofit/>
          </a:bodyPr>
          <a:lstStyle/>
          <a:p>
            <a:r>
              <a:rPr lang="ko-KR" altLang="en-US" sz="1000" dirty="0" err="1"/>
              <a:t>어벤져스팀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r>
              <a:rPr lang="ko-KR" altLang="en-US" sz="1000" dirty="0"/>
              <a:t>권영호 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김승아</a:t>
            </a:r>
            <a:r>
              <a:rPr lang="en-US" altLang="ko-KR" sz="1000" dirty="0"/>
              <a:t>,  </a:t>
            </a:r>
            <a:r>
              <a:rPr lang="ko-KR" altLang="en-US" sz="1000" dirty="0" err="1"/>
              <a:t>이지유</a:t>
            </a:r>
            <a:r>
              <a:rPr lang="en-US" altLang="ko-KR" sz="1000" dirty="0"/>
              <a:t>,  </a:t>
            </a:r>
            <a:r>
              <a:rPr lang="ko-KR" altLang="en-US" sz="1000" dirty="0" err="1"/>
              <a:t>권승민</a:t>
            </a:r>
            <a:r>
              <a:rPr lang="en-US" altLang="ko-KR" sz="1000" dirty="0"/>
              <a:t> , </a:t>
            </a:r>
            <a:r>
              <a:rPr lang="ko-KR" altLang="en-US" sz="1000" dirty="0" err="1"/>
              <a:t>지철원</a:t>
            </a:r>
            <a:endParaRPr lang="ko-KR" altLang="en-US" sz="1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83200"/>
            <a:ext cx="2651759" cy="22519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79" y="2822170"/>
            <a:ext cx="92354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명조 Std M" panose="02020600000000000000" pitchFamily="18" charset="-127"/>
                <a:ea typeface="Adobe 명조 Std M" panose="02020600000000000000" pitchFamily="18" charset="-127"/>
              </a:rPr>
              <a:t>Line-cinema project </a:t>
            </a:r>
          </a:p>
        </p:txBody>
      </p:sp>
    </p:spTree>
    <p:extLst>
      <p:ext uri="{BB962C8B-B14F-4D97-AF65-F5344CB8AC3E}">
        <p14:creationId xmlns:p14="http://schemas.microsoft.com/office/powerpoint/2010/main" val="4136834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ko-KR" dirty="0"/>
              <a:t>01.</a:t>
            </a:r>
            <a:r>
              <a:rPr lang="ko-KR" altLang="en-US" dirty="0"/>
              <a:t>주제 선정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79" y="2643757"/>
            <a:ext cx="10141527" cy="225243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ko-KR" altLang="en-US" dirty="0"/>
              <a:t>로그인 없이 가상계좌 결제로 영화 예매가 가능한 사용자 흐름 중심 </a:t>
            </a:r>
            <a:r>
              <a:rPr lang="ko-KR" altLang="en-US" dirty="0" err="1"/>
              <a:t>웹서비스</a:t>
            </a:r>
            <a:r>
              <a:rPr lang="ko-KR" altLang="en-US" dirty="0"/>
              <a:t> 팀 프로젝트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75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74814" y="257146"/>
            <a:ext cx="2269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u="sng" dirty="0"/>
              <a:t>팀원 역할 소개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1703490" y="713584"/>
            <a:ext cx="7215448" cy="105571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1703490" y="3983915"/>
            <a:ext cx="7215448" cy="105571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1703490" y="2899589"/>
            <a:ext cx="7215448" cy="105571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영화 카드 </a:t>
            </a:r>
            <a:r>
              <a:rPr lang="en-US" altLang="ko-KR" dirty="0"/>
              <a:t>UI </a:t>
            </a:r>
            <a:r>
              <a:rPr lang="ko-KR" altLang="en-US" dirty="0"/>
              <a:t>설계 및 서브 페이지 시안 디자인</a:t>
            </a:r>
          </a:p>
        </p:txBody>
      </p:sp>
      <p:sp>
        <p:nvSpPr>
          <p:cNvPr id="12" name="타원 11"/>
          <p:cNvSpPr/>
          <p:nvPr/>
        </p:nvSpPr>
        <p:spPr>
          <a:xfrm>
            <a:off x="583129" y="755001"/>
            <a:ext cx="1042009" cy="1055716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1703490" y="5096850"/>
            <a:ext cx="7215448" cy="105571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83126" y="2937903"/>
            <a:ext cx="1042009" cy="105571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83127" y="4041134"/>
            <a:ext cx="1042009" cy="1055716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83127" y="1845426"/>
            <a:ext cx="1042010" cy="1055716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2059865" y="979681"/>
            <a:ext cx="604504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0" i="0" dirty="0" err="1">
                <a:solidFill>
                  <a:srgbClr val="1F2328"/>
                </a:solidFill>
                <a:effectLst/>
                <a:latin typeface="-apple-system"/>
              </a:rPr>
              <a:t>권승민</a:t>
            </a:r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en-US" altLang="ko-KR" sz="1400" b="0" i="0" dirty="0">
                <a:solidFill>
                  <a:srgbClr val="1F2328"/>
                </a:solidFill>
                <a:effectLst/>
                <a:latin typeface="-apple-system"/>
              </a:rPr>
              <a:t>: </a:t>
            </a:r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팀장</a:t>
            </a:r>
            <a:endParaRPr lang="en-US" altLang="ko-KR" sz="14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전체 일정 관리 및 프로젝트 진행 흐름 조율</a:t>
            </a:r>
            <a:r>
              <a:rPr lang="en-US" altLang="ko-KR" sz="1400" dirty="0">
                <a:solidFill>
                  <a:srgbClr val="1F2328"/>
                </a:solidFill>
                <a:latin typeface="-apple-system"/>
              </a:rPr>
              <a:t>, </a:t>
            </a:r>
            <a:r>
              <a:rPr lang="ko-KR" altLang="en-US" sz="1400" dirty="0">
                <a:solidFill>
                  <a:srgbClr val="1F2328"/>
                </a:solidFill>
                <a:latin typeface="-apple-system"/>
              </a:rPr>
              <a:t>매점페이지 구현</a:t>
            </a:r>
            <a:endParaRPr lang="en-US" altLang="ko-KR" sz="14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ko-KR" altLang="en-US" sz="1400" dirty="0"/>
          </a:p>
        </p:txBody>
      </p:sp>
      <p:sp>
        <p:nvSpPr>
          <p:cNvPr id="23" name="직사각형 22"/>
          <p:cNvSpPr/>
          <p:nvPr/>
        </p:nvSpPr>
        <p:spPr>
          <a:xfrm>
            <a:off x="2059866" y="4085524"/>
            <a:ext cx="65642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 err="1">
                <a:solidFill>
                  <a:srgbClr val="1F2328"/>
                </a:solidFill>
                <a:latin typeface="-apple-system"/>
              </a:rPr>
              <a:t>이지유</a:t>
            </a:r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en-US" altLang="ko-KR" sz="1400" b="0" i="0" dirty="0">
                <a:solidFill>
                  <a:srgbClr val="1F2328"/>
                </a:solidFill>
                <a:effectLst/>
                <a:latin typeface="-apple-system"/>
              </a:rPr>
              <a:t>: </a:t>
            </a:r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팀원</a:t>
            </a:r>
            <a:endParaRPr lang="en-US" altLang="ko-KR" sz="14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r>
              <a:rPr lang="ko-KR" altLang="en-US" sz="1400" dirty="0"/>
              <a:t>메인 슬라이더 </a:t>
            </a:r>
            <a:r>
              <a:rPr lang="en-US" altLang="ko-KR" sz="1400" dirty="0"/>
              <a:t>UI </a:t>
            </a:r>
            <a:r>
              <a:rPr lang="ko-KR" altLang="en-US" sz="1400" dirty="0"/>
              <a:t>디자인 및 슬라이드 기능 구현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 err="1"/>
              <a:t>카카오맵</a:t>
            </a:r>
            <a:r>
              <a:rPr lang="en-US" altLang="ko-KR" sz="1400" dirty="0"/>
              <a:t>(</a:t>
            </a:r>
            <a:r>
              <a:rPr lang="ko-KR" altLang="en-US" sz="1400" dirty="0"/>
              <a:t>검색기능</a:t>
            </a:r>
            <a:r>
              <a:rPr lang="en-US" altLang="ko-KR" sz="1400" dirty="0"/>
              <a:t>)</a:t>
            </a:r>
            <a:r>
              <a:rPr lang="ko-KR" altLang="en-US" sz="1400" dirty="0"/>
              <a:t> 구현</a:t>
            </a:r>
            <a:r>
              <a:rPr lang="en-US" altLang="ko-KR" sz="1400" dirty="0"/>
              <a:t>, open weather API </a:t>
            </a:r>
            <a:endParaRPr lang="en-US" altLang="ko-KR" sz="14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ko-KR" altLang="en-US" sz="1400" dirty="0"/>
          </a:p>
        </p:txBody>
      </p:sp>
      <p:sp>
        <p:nvSpPr>
          <p:cNvPr id="24" name="직사각형 23"/>
          <p:cNvSpPr/>
          <p:nvPr/>
        </p:nvSpPr>
        <p:spPr>
          <a:xfrm>
            <a:off x="2059865" y="3048913"/>
            <a:ext cx="656428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0" i="0" dirty="0" err="1">
                <a:solidFill>
                  <a:srgbClr val="1F2328"/>
                </a:solidFill>
                <a:effectLst/>
                <a:latin typeface="-apple-system"/>
              </a:rPr>
              <a:t>김승아</a:t>
            </a:r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en-US" altLang="ko-KR" sz="1400" b="0" i="0" dirty="0">
                <a:solidFill>
                  <a:srgbClr val="1F2328"/>
                </a:solidFill>
                <a:effectLst/>
                <a:latin typeface="-apple-system"/>
              </a:rPr>
              <a:t>: </a:t>
            </a:r>
            <a:r>
              <a:rPr lang="ko-KR" altLang="en-US" sz="1400" dirty="0">
                <a:solidFill>
                  <a:srgbClr val="1F2328"/>
                </a:solidFill>
                <a:latin typeface="-apple-system"/>
              </a:rPr>
              <a:t>팀원</a:t>
            </a:r>
            <a:endParaRPr lang="en-US" altLang="ko-KR" sz="14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r>
              <a:rPr lang="ko-KR" altLang="en-US" sz="1400" dirty="0"/>
              <a:t>영화 카드 </a:t>
            </a:r>
            <a:r>
              <a:rPr lang="en-US" altLang="ko-KR" sz="1400" dirty="0"/>
              <a:t>UI </a:t>
            </a:r>
            <a:r>
              <a:rPr lang="ko-KR" altLang="en-US" sz="1400" dirty="0"/>
              <a:t>설계 및 서브 페이지 시안 디자인</a:t>
            </a:r>
            <a:r>
              <a:rPr lang="en-US" altLang="ko-KR" sz="1400" dirty="0"/>
              <a:t>, TMDB,API,  </a:t>
            </a:r>
            <a:r>
              <a:rPr lang="ko-KR" altLang="en-US" sz="1400" dirty="0"/>
              <a:t>예약</a:t>
            </a:r>
            <a:r>
              <a:rPr lang="en-US" altLang="ko-KR" sz="1400" dirty="0"/>
              <a:t>,</a:t>
            </a:r>
            <a:r>
              <a:rPr lang="ko-KR" altLang="en-US" sz="1400" dirty="0"/>
              <a:t> 예약조회 구현</a:t>
            </a:r>
            <a:endParaRPr lang="en-US" altLang="ko-KR" sz="1400" dirty="0"/>
          </a:p>
          <a:p>
            <a:r>
              <a:rPr lang="en-US" altLang="ko-KR" sz="1400" dirty="0"/>
              <a:t>window </a:t>
            </a:r>
            <a:r>
              <a:rPr lang="ko-KR" altLang="en-US" sz="1400" dirty="0"/>
              <a:t>객체를 사용해서 가상인증번호구현 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2059865" y="5290085"/>
            <a:ext cx="645898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0" i="0" dirty="0" err="1">
                <a:solidFill>
                  <a:srgbClr val="1F2328"/>
                </a:solidFill>
                <a:effectLst/>
                <a:latin typeface="-apple-system"/>
              </a:rPr>
              <a:t>지철원</a:t>
            </a:r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en-US" altLang="ko-KR" sz="1400" b="0" i="0" dirty="0">
                <a:solidFill>
                  <a:srgbClr val="1F2328"/>
                </a:solidFill>
                <a:effectLst/>
                <a:latin typeface="-apple-system"/>
              </a:rPr>
              <a:t>: </a:t>
            </a:r>
            <a:r>
              <a:rPr lang="ko-KR" altLang="en-US" sz="1400" b="0" i="0" dirty="0">
                <a:solidFill>
                  <a:srgbClr val="1F2328"/>
                </a:solidFill>
                <a:effectLst/>
                <a:latin typeface="-apple-system"/>
              </a:rPr>
              <a:t>팀원</a:t>
            </a:r>
            <a:endParaRPr lang="en-US" altLang="ko-KR" sz="14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r>
              <a:rPr lang="en-US" altLang="ko-KR" sz="1400" dirty="0"/>
              <a:t>TMDB </a:t>
            </a:r>
            <a:r>
              <a:rPr lang="ko-KR" altLang="en-US" sz="1400" dirty="0"/>
              <a:t>영화 순위 카드 컴포넌트 </a:t>
            </a:r>
            <a:r>
              <a:rPr lang="en-US" altLang="ko-KR" sz="1400" dirty="0"/>
              <a:t>UI </a:t>
            </a:r>
            <a:r>
              <a:rPr lang="ko-KR" altLang="en-US" sz="1400" dirty="0"/>
              <a:t>제작</a:t>
            </a:r>
            <a:r>
              <a:rPr lang="en-US" altLang="ko-KR" sz="1400" dirty="0"/>
              <a:t>, </a:t>
            </a:r>
            <a:r>
              <a:rPr lang="ko-KR" altLang="en-US" sz="1400" dirty="0"/>
              <a:t> </a:t>
            </a:r>
            <a:r>
              <a:rPr lang="en-US" altLang="ko-KR" sz="1400" dirty="0"/>
              <a:t>Json </a:t>
            </a:r>
            <a:r>
              <a:rPr lang="ko-KR" altLang="en-US" sz="1400" dirty="0"/>
              <a:t>데이터 수집</a:t>
            </a:r>
            <a:endParaRPr lang="en-US" altLang="ko-KR" sz="14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ko-KR" altLang="en-US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1703490" y="1815264"/>
            <a:ext cx="7215448" cy="105571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2059866" y="2035397"/>
            <a:ext cx="6458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권영호 </a:t>
            </a:r>
            <a:r>
              <a:rPr lang="en-US" altLang="ko-KR" sz="1400" dirty="0"/>
              <a:t>: </a:t>
            </a:r>
            <a:r>
              <a:rPr lang="ko-KR" altLang="en-US" sz="1400" dirty="0"/>
              <a:t>팀원</a:t>
            </a:r>
            <a:endParaRPr lang="en-US" altLang="ko-KR" sz="1400" dirty="0"/>
          </a:p>
          <a:p>
            <a:r>
              <a:rPr lang="en-US" altLang="ko-KR" sz="1400" dirty="0"/>
              <a:t> UX </a:t>
            </a:r>
            <a:r>
              <a:rPr lang="ko-KR" altLang="en-US" sz="1400" dirty="0" err="1"/>
              <a:t>워크플로우</a:t>
            </a:r>
            <a:r>
              <a:rPr lang="ko-KR" altLang="en-US" sz="1400" dirty="0"/>
              <a:t> 작성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Git</a:t>
            </a:r>
            <a:r>
              <a:rPr lang="en-US" altLang="ko-KR" sz="1400" dirty="0"/>
              <a:t> </a:t>
            </a:r>
            <a:r>
              <a:rPr lang="ko-KR" altLang="en-US" sz="1400" dirty="0"/>
              <a:t>세팅</a:t>
            </a:r>
            <a:r>
              <a:rPr lang="en-US" altLang="ko-KR" sz="1400" dirty="0"/>
              <a:t>, </a:t>
            </a:r>
            <a:r>
              <a:rPr lang="ko-KR" altLang="en-US" sz="1400" dirty="0"/>
              <a:t>공용 </a:t>
            </a:r>
            <a:r>
              <a:rPr lang="en-US" altLang="ko-KR" sz="1400" dirty="0"/>
              <a:t>UI </a:t>
            </a:r>
            <a:r>
              <a:rPr lang="ko-KR" altLang="en-US" sz="1400" dirty="0"/>
              <a:t>작업 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예약플로우</a:t>
            </a:r>
            <a:r>
              <a:rPr lang="en-US" altLang="ko-KR" sz="1400" dirty="0"/>
              <a:t>, </a:t>
            </a:r>
            <a:r>
              <a:rPr lang="ko-KR" altLang="en-US" sz="1400" dirty="0"/>
              <a:t>카드 이벤트 제작</a:t>
            </a:r>
          </a:p>
        </p:txBody>
      </p:sp>
      <p:sp>
        <p:nvSpPr>
          <p:cNvPr id="30" name="타원 29"/>
          <p:cNvSpPr/>
          <p:nvPr/>
        </p:nvSpPr>
        <p:spPr>
          <a:xfrm>
            <a:off x="583126" y="5191881"/>
            <a:ext cx="1042009" cy="1055716"/>
          </a:xfrm>
          <a:prstGeom prst="ellipse">
            <a:avLst/>
          </a:prstGeom>
          <a:blipFill dpi="0"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733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3" y="548034"/>
            <a:ext cx="7117551" cy="5437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80922" y="2090454"/>
            <a:ext cx="46052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state </a:t>
            </a:r>
            <a:r>
              <a:rPr lang="ko-KR" altLang="en-US" sz="1600" dirty="0"/>
              <a:t>객체를 설계하여 영화 선택 → 상영시간 →</a:t>
            </a:r>
            <a:endParaRPr lang="en-US" altLang="ko-KR" sz="1600" dirty="0"/>
          </a:p>
          <a:p>
            <a:r>
              <a:rPr lang="ko-KR" altLang="en-US" sz="1600" dirty="0"/>
              <a:t> 좌석 → 결제까지의 예매 흐름을 일관되게 </a:t>
            </a:r>
            <a:endParaRPr lang="en-US" altLang="ko-KR" sz="1600" dirty="0"/>
          </a:p>
          <a:p>
            <a:r>
              <a:rPr lang="ko-KR" altLang="en-US" sz="1600" dirty="0" err="1"/>
              <a:t>상태관리했습니다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ko-KR" altLang="en-US" sz="1600" dirty="0"/>
              <a:t>예매 진행 중 데이터는 </a:t>
            </a:r>
            <a:r>
              <a:rPr lang="en-US" altLang="ko-KR" sz="1600" dirty="0" err="1"/>
              <a:t>sessionStorage</a:t>
            </a:r>
            <a:r>
              <a:rPr lang="ko-KR" altLang="en-US" sz="1600" dirty="0"/>
              <a:t>로 유지하고</a:t>
            </a:r>
            <a:r>
              <a:rPr lang="en-US" altLang="ko-KR" sz="1600" dirty="0"/>
              <a:t>, </a:t>
            </a:r>
            <a:r>
              <a:rPr lang="ko-KR" altLang="en-US" sz="1600" dirty="0"/>
              <a:t>결제 완료 시 </a:t>
            </a:r>
            <a:r>
              <a:rPr lang="en-US" altLang="ko-KR" sz="1600" dirty="0" err="1"/>
              <a:t>localStorage</a:t>
            </a:r>
            <a:r>
              <a:rPr lang="ko-KR" altLang="en-US" sz="1600" dirty="0"/>
              <a:t>에 저장하여</a:t>
            </a:r>
            <a:endParaRPr lang="en-US" altLang="ko-KR" sz="1600" dirty="0"/>
          </a:p>
          <a:p>
            <a:r>
              <a:rPr lang="ko-KR" altLang="en-US" sz="1600" dirty="0"/>
              <a:t> </a:t>
            </a:r>
            <a:r>
              <a:rPr lang="ko-KR" altLang="en-US" sz="1600" dirty="0" err="1"/>
              <a:t>새로고침</a:t>
            </a:r>
            <a:r>
              <a:rPr lang="en-US" altLang="ko-KR" sz="1600" dirty="0"/>
              <a:t>/</a:t>
            </a:r>
            <a:r>
              <a:rPr lang="ko-KR" altLang="en-US" sz="1600" dirty="0"/>
              <a:t>페이지 이동에도 데이터가 보존됩니다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dirty="0"/>
              <a:t>TMDB API </a:t>
            </a:r>
            <a:r>
              <a:rPr lang="ko-KR" altLang="en-US" sz="1600" dirty="0"/>
              <a:t>데이터를 기반으로 상영 정보 및 영화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리스트를 매핑하여 사용자에게 동일한 예매 환경을 제공합니다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3717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" y="1088967"/>
            <a:ext cx="6687398" cy="4189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0903" y="719635"/>
            <a:ext cx="2369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예매 조회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0" y="1088967"/>
            <a:ext cx="383216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로컬스토리지를 이용해 사용자 정보를 검증하고</a:t>
            </a:r>
            <a:r>
              <a:rPr lang="en-US" altLang="ko-KR" sz="1600" dirty="0"/>
              <a:t>, </a:t>
            </a:r>
            <a:r>
              <a:rPr lang="ko-KR" altLang="en-US" sz="1600" dirty="0"/>
              <a:t>예매 내역을 조회하는 기능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사용자가 입력한 이름</a:t>
            </a:r>
            <a:r>
              <a:rPr lang="en-US" altLang="ko-KR" sz="1600" dirty="0"/>
              <a:t>, </a:t>
            </a:r>
            <a:r>
              <a:rPr lang="ko-KR" altLang="en-US" sz="1600" dirty="0"/>
              <a:t>생년월일</a:t>
            </a:r>
            <a:r>
              <a:rPr lang="en-US" altLang="ko-KR" sz="1600" dirty="0"/>
              <a:t>, </a:t>
            </a:r>
            <a:r>
              <a:rPr lang="ko-KR" altLang="en-US" sz="1600" dirty="0"/>
              <a:t>비밀번호로 본인 확인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로컬스토리지</a:t>
            </a:r>
            <a:r>
              <a:rPr lang="en-US" altLang="ko-KR" sz="1600" dirty="0"/>
              <a:t>(</a:t>
            </a:r>
            <a:r>
              <a:rPr lang="en-US" altLang="ko-KR" sz="1600" dirty="0" err="1"/>
              <a:t>LocalStorage</a:t>
            </a:r>
            <a:r>
              <a:rPr lang="en-US" altLang="ko-KR" sz="1600" dirty="0"/>
              <a:t>)</a:t>
            </a:r>
            <a:r>
              <a:rPr lang="ko-KR" altLang="en-US" sz="1600" dirty="0"/>
              <a:t>에 저장된 예매 정보를 불러와 표시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로그인하지 않아도 비회원으로 예매 후 조회 가능</a:t>
            </a:r>
            <a:endParaRPr lang="en-US" altLang="ko-KR" sz="1600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일치하지 않는 정보 입력 시 경고 메시지 출력</a:t>
            </a:r>
            <a:endParaRPr lang="en-US" altLang="ko-KR" sz="1600" dirty="0"/>
          </a:p>
          <a:p>
            <a:endParaRPr lang="ko-KR" alt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예매 내역에는 영화 제목</a:t>
            </a:r>
            <a:r>
              <a:rPr lang="en-US" altLang="ko-KR" sz="1600" dirty="0"/>
              <a:t>, </a:t>
            </a:r>
            <a:r>
              <a:rPr lang="ko-KR" altLang="en-US" sz="1600" dirty="0"/>
              <a:t>상영일</a:t>
            </a:r>
            <a:r>
              <a:rPr lang="en-US" altLang="ko-KR" sz="1600" dirty="0"/>
              <a:t>, </a:t>
            </a:r>
            <a:r>
              <a:rPr lang="ko-KR" altLang="en-US" sz="1600" dirty="0"/>
              <a:t>시간</a:t>
            </a:r>
            <a:r>
              <a:rPr lang="en-US" altLang="ko-KR" sz="1600" dirty="0"/>
              <a:t>, </a:t>
            </a:r>
            <a:r>
              <a:rPr lang="ko-KR" altLang="en-US" sz="1600" dirty="0"/>
              <a:t>좌석 정보 등이 포함</a:t>
            </a:r>
          </a:p>
        </p:txBody>
      </p:sp>
    </p:spTree>
    <p:extLst>
      <p:ext uri="{BB962C8B-B14F-4D97-AF65-F5344CB8AC3E}">
        <p14:creationId xmlns:p14="http://schemas.microsoft.com/office/powerpoint/2010/main" val="878388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16" y="299259"/>
            <a:ext cx="11257675" cy="48047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860" y="5245331"/>
            <a:ext cx="108979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기능 소개</a:t>
            </a:r>
          </a:p>
          <a:p>
            <a:r>
              <a:rPr lang="ko-KR" altLang="en-US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사용자는 지도를 통해 원하는 지역의 맛집 </a:t>
            </a:r>
            <a:r>
              <a:rPr lang="en-US" altLang="ko-KR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.</a:t>
            </a:r>
            <a:r>
              <a:rPr lang="ko-KR" altLang="en-US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카페 등 위치 정보를 직관적으로 탐색할 수 있으며</a:t>
            </a:r>
            <a:r>
              <a:rPr lang="en-US" altLang="ko-KR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, </a:t>
            </a:r>
            <a:r>
              <a:rPr lang="ko-KR" altLang="en-US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검색 창 또는 카테고리 버튼을 통해 특정 지역 </a:t>
            </a:r>
            <a:r>
              <a:rPr lang="en-US" altLang="ko-KR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/ </a:t>
            </a:r>
            <a:r>
              <a:rPr lang="ko-KR" altLang="en-US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음식점 종류를 빠르게 확인할 수 있습니다</a:t>
            </a:r>
            <a:r>
              <a:rPr lang="en-US" altLang="ko-KR" sz="1600" dirty="0">
                <a:latin typeface="Adobe Naskh Medium" panose="01010101010101010101" pitchFamily="50" charset="-78"/>
                <a:cs typeface="Adobe Naskh Medium" panose="01010101010101010101" pitchFamily="50" charset="-78"/>
              </a:rPr>
              <a:t>.</a:t>
            </a:r>
            <a:endParaRPr lang="ko-KR" altLang="en-US" sz="1600" dirty="0">
              <a:latin typeface="Adobe Naskh Medium" panose="01010101010101010101" pitchFamily="50" charset="-78"/>
              <a:cs typeface="Adobe Naskh Medium" panose="01010101010101010101" pitchFamily="50" charset="-78"/>
            </a:endParaRPr>
          </a:p>
        </p:txBody>
      </p:sp>
      <p:sp>
        <p:nvSpPr>
          <p:cNvPr id="4" name="타원형 설명선 3"/>
          <p:cNvSpPr/>
          <p:nvPr/>
        </p:nvSpPr>
        <p:spPr>
          <a:xfrm rot="10800000">
            <a:off x="1180406" y="1305098"/>
            <a:ext cx="3782292" cy="1396539"/>
          </a:xfrm>
          <a:prstGeom prst="wedgeEllipseCallou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521230" y="1683019"/>
            <a:ext cx="3258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검색 기능으로 실시간 </a:t>
            </a:r>
            <a:r>
              <a:rPr lang="en-US" altLang="ko-KR" sz="1400" dirty="0" err="1"/>
              <a:t>Api</a:t>
            </a:r>
            <a:r>
              <a:rPr lang="en-US" altLang="ko-KR" sz="1400" dirty="0"/>
              <a:t> </a:t>
            </a:r>
            <a:r>
              <a:rPr lang="ko-KR" altLang="en-US" sz="1400" dirty="0"/>
              <a:t>위치 검색</a:t>
            </a:r>
            <a:endParaRPr lang="en-US" altLang="ko-KR" sz="1400" dirty="0"/>
          </a:p>
          <a:p>
            <a:r>
              <a:rPr lang="ko-KR" altLang="en-US" sz="1400" dirty="0"/>
              <a:t>가능한 기능으로 어디든 검색이 가능함</a:t>
            </a:r>
          </a:p>
        </p:txBody>
      </p:sp>
    </p:spTree>
    <p:extLst>
      <p:ext uri="{BB962C8B-B14F-4D97-AF65-F5344CB8AC3E}">
        <p14:creationId xmlns:p14="http://schemas.microsoft.com/office/powerpoint/2010/main" val="152882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2462" y="624364"/>
            <a:ext cx="7049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프로젝트  소감</a:t>
            </a:r>
          </a:p>
        </p:txBody>
      </p:sp>
      <p:sp>
        <p:nvSpPr>
          <p:cNvPr id="3" name="타원 2"/>
          <p:cNvSpPr/>
          <p:nvPr/>
        </p:nvSpPr>
        <p:spPr>
          <a:xfrm>
            <a:off x="1022463" y="1421133"/>
            <a:ext cx="1042009" cy="1055716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518752" y="1164161"/>
            <a:ext cx="912183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소감 </a:t>
            </a:r>
            <a:r>
              <a:rPr lang="en-US" altLang="ko-KR" sz="1600" dirty="0"/>
              <a:t>: </a:t>
            </a:r>
            <a:r>
              <a:rPr lang="ko-KR" altLang="en-US" sz="1600" dirty="0"/>
              <a:t>이번 프로젝트를 통해 협업 과정에서의 책임감과 소통의 중요성을 배웠습니다</a:t>
            </a:r>
            <a:r>
              <a:rPr lang="en-US" altLang="ko-KR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팀 프로젝트</a:t>
            </a:r>
            <a:r>
              <a:rPr lang="en-US" altLang="ko-KR" sz="1600" dirty="0"/>
              <a:t>GitHub</a:t>
            </a:r>
            <a:r>
              <a:rPr lang="ko-KR" altLang="en-US" sz="1600" dirty="0"/>
              <a:t>를 </a:t>
            </a:r>
            <a:r>
              <a:rPr lang="en-US" altLang="ko-KR" sz="1600" dirty="0"/>
              <a:t> </a:t>
            </a:r>
            <a:r>
              <a:rPr lang="ko-KR" altLang="en-US" sz="1600" dirty="0" err="1"/>
              <a:t>이용할때는</a:t>
            </a:r>
            <a:r>
              <a:rPr lang="ko-KR" altLang="en-US" sz="1600" dirty="0"/>
              <a:t> </a:t>
            </a:r>
            <a:r>
              <a:rPr lang="en-US" altLang="ko-KR" sz="1600" dirty="0"/>
              <a:t>merge </a:t>
            </a:r>
            <a:r>
              <a:rPr lang="ko-KR" altLang="en-US" sz="1600" dirty="0"/>
              <a:t>를 </a:t>
            </a:r>
            <a:r>
              <a:rPr lang="ko-KR" altLang="en-US" sz="1600" dirty="0" err="1"/>
              <a:t>할때에</a:t>
            </a:r>
            <a:r>
              <a:rPr lang="ko-KR" altLang="en-US" sz="1600" dirty="0"/>
              <a:t> 충돌이 일어나서 해결이 어려웠다</a:t>
            </a:r>
            <a:r>
              <a:rPr lang="en-US" altLang="ko-KR" sz="1600" dirty="0"/>
              <a:t> </a:t>
            </a:r>
            <a:r>
              <a:rPr lang="ko-KR" altLang="en-US" sz="1600" dirty="0"/>
              <a:t>그러면서 해결하는 방법을 알 수 있는 시간이었다</a:t>
            </a:r>
            <a:r>
              <a:rPr lang="en-US" altLang="ko-KR" sz="1600" dirty="0"/>
              <a:t>.</a:t>
            </a:r>
          </a:p>
        </p:txBody>
      </p:sp>
      <p:sp>
        <p:nvSpPr>
          <p:cNvPr id="6" name="타원 5"/>
          <p:cNvSpPr/>
          <p:nvPr/>
        </p:nvSpPr>
        <p:spPr>
          <a:xfrm>
            <a:off x="1022462" y="3201664"/>
            <a:ext cx="1042010" cy="1096016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507670" y="288623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소감 </a:t>
            </a:r>
            <a:r>
              <a:rPr lang="en-US" altLang="ko-KR" sz="1600" dirty="0"/>
              <a:t>: </a:t>
            </a:r>
            <a:r>
              <a:rPr lang="ko-KR" altLang="en-US" sz="1600" dirty="0"/>
              <a:t>프로젝트를 통해서 </a:t>
            </a:r>
            <a:r>
              <a:rPr lang="en-US" altLang="ko-KR" sz="1600" dirty="0"/>
              <a:t>session</a:t>
            </a:r>
            <a:r>
              <a:rPr lang="ko-KR" altLang="en-US" sz="1600" dirty="0"/>
              <a:t>과 </a:t>
            </a:r>
            <a:r>
              <a:rPr lang="en-US" altLang="ko-KR" sz="1600" dirty="0"/>
              <a:t>cookie, Local Storage</a:t>
            </a:r>
            <a:r>
              <a:rPr lang="ko-KR" altLang="en-US" sz="1600" dirty="0"/>
              <a:t>에 대한 개념이 잡혔고</a:t>
            </a:r>
            <a:r>
              <a:rPr lang="en-US" altLang="ko-KR" sz="16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/>
              <a:t>상태관리를</a:t>
            </a:r>
            <a:r>
              <a:rPr lang="ko-KR" altLang="en-US" sz="1600" dirty="0"/>
              <a:t> 자연스럽게 접하게 되었는데 </a:t>
            </a:r>
            <a:r>
              <a:rPr lang="en-US" altLang="ko-KR" sz="1600" dirty="0"/>
              <a:t>method</a:t>
            </a:r>
            <a:r>
              <a:rPr lang="ko-KR" altLang="en-US" sz="1600" dirty="0"/>
              <a:t>들을 잘 활용하지 못했던 점이 아쉬웠다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그래도 </a:t>
            </a:r>
            <a:r>
              <a:rPr lang="ko-KR" altLang="en-US" sz="1600" dirty="0" err="1"/>
              <a:t>얕게라도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유저플로우를</a:t>
            </a:r>
            <a:r>
              <a:rPr lang="ko-KR" altLang="en-US" sz="1600" dirty="0"/>
              <a:t> 생각하면서 팀원 분들과 같이 구현해보았다는 점이 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가장 큰 경험인 것 같다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7670" y="4720659"/>
            <a:ext cx="88779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소감 </a:t>
            </a:r>
            <a:r>
              <a:rPr lang="en-US" altLang="ko-KR" sz="1600" dirty="0"/>
              <a:t>:</a:t>
            </a:r>
            <a:r>
              <a:rPr lang="ko-KR" altLang="en-US" sz="1600" dirty="0"/>
              <a:t> 메인 슬라이드 작동  오류가 해결이 안돼  오타를 발견하여 수정을 하고 해결을 했고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카카오 지도 </a:t>
            </a:r>
            <a:r>
              <a:rPr lang="en-US" altLang="ko-KR" sz="1600" dirty="0"/>
              <a:t>API</a:t>
            </a:r>
            <a:r>
              <a:rPr lang="ko-KR" altLang="en-US" sz="1600" dirty="0"/>
              <a:t>와 날씨 </a:t>
            </a:r>
            <a:r>
              <a:rPr lang="en-US" altLang="ko-KR" sz="1600" dirty="0"/>
              <a:t>API</a:t>
            </a:r>
            <a:r>
              <a:rPr lang="ko-KR" altLang="en-US" sz="1600" dirty="0"/>
              <a:t>를 활용하면서 검색기능 구현이 어려워 팀원 도움을 받아 해결할 수 있었고  실무 감각을 익힐 수 있었습니다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ko-KR" altLang="en-US" sz="1600" dirty="0"/>
              <a:t>팀원들과의 소통을 통해 협업의 중요성을 다시 한번 느꼈습니다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2" name="타원 11"/>
          <p:cNvSpPr/>
          <p:nvPr/>
        </p:nvSpPr>
        <p:spPr>
          <a:xfrm>
            <a:off x="1022463" y="4948287"/>
            <a:ext cx="1042009" cy="1014522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640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/>
          <p:cNvSpPr/>
          <p:nvPr/>
        </p:nvSpPr>
        <p:spPr>
          <a:xfrm>
            <a:off x="673327" y="1317837"/>
            <a:ext cx="1042009" cy="1055716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103119" y="773082"/>
            <a:ext cx="98505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소감 </a:t>
            </a:r>
            <a:r>
              <a:rPr lang="en-US" altLang="ko-KR" sz="1400" dirty="0"/>
              <a:t>: </a:t>
            </a:r>
            <a:r>
              <a:rPr lang="ko-KR" altLang="en-US" sz="1400" dirty="0"/>
              <a:t>프로젝트를 진행하면서 가장 어려웠던 부분은 </a:t>
            </a:r>
            <a:r>
              <a:rPr lang="ko-KR" altLang="en-US" sz="1400" dirty="0" err="1"/>
              <a:t>팝업창에서</a:t>
            </a:r>
            <a:r>
              <a:rPr lang="ko-KR" altLang="en-US" sz="1400" dirty="0"/>
              <a:t> 인증번호를 받아 </a:t>
            </a:r>
            <a:r>
              <a:rPr lang="ko-KR" altLang="en-US" sz="1400" dirty="0" err="1"/>
              <a:t>부모창으로</a:t>
            </a:r>
            <a:r>
              <a:rPr lang="ko-KR" altLang="en-US" sz="1400" dirty="0"/>
              <a:t> 전달하는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기능을 구현하는 과정이었습니다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처음에는 창 간 데이터 전달 방식이 익숙하지 않아 여러 시행착오를 겪었지만</a:t>
            </a:r>
            <a:r>
              <a:rPr lang="en-US" altLang="ko-KR" sz="1400" dirty="0"/>
              <a:t>, </a:t>
            </a:r>
            <a:r>
              <a:rPr lang="ko-KR" altLang="en-US" sz="1400" dirty="0"/>
              <a:t>다양한 방법을 시도하면서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문제를 해결할 수 있었습니다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이 과정에서 </a:t>
            </a:r>
            <a:r>
              <a:rPr lang="en-US" altLang="ko-KR" sz="1400" dirty="0"/>
              <a:t>window API</a:t>
            </a:r>
            <a:r>
              <a:rPr lang="ko-KR" altLang="en-US" sz="1400" dirty="0"/>
              <a:t>를 공부하며 </a:t>
            </a:r>
            <a:r>
              <a:rPr lang="ko-KR" altLang="en-US" sz="1400" dirty="0" err="1"/>
              <a:t>부모창과</a:t>
            </a:r>
            <a:r>
              <a:rPr lang="ko-KR" altLang="en-US" sz="1400" dirty="0"/>
              <a:t>  </a:t>
            </a:r>
            <a:r>
              <a:rPr lang="ko-KR" altLang="en-US" sz="1400" dirty="0" err="1"/>
              <a:t>팝업창</a:t>
            </a:r>
            <a:r>
              <a:rPr lang="ko-KR" altLang="en-US" sz="1400" dirty="0"/>
              <a:t> 간의 데이터 흐름과 통신 구조를 이해하게 되었고</a:t>
            </a:r>
            <a:r>
              <a:rPr lang="en-US" altLang="ko-KR" sz="14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또한  </a:t>
            </a:r>
            <a:r>
              <a:rPr lang="en-US" altLang="ko-KR" sz="1400" dirty="0"/>
              <a:t>Local Storage</a:t>
            </a:r>
            <a:r>
              <a:rPr lang="ko-KR" altLang="en-US" sz="1400" dirty="0"/>
              <a:t>에 데이터를 저장하고 불러오는 과정도 직접 고민하며 구현하면서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 웹 데이터 관리 방식에 대한 이해를 높일 수 있었습니다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이번 경험을 통해 단순한 기능 구현을 넘어</a:t>
            </a:r>
            <a:r>
              <a:rPr lang="en-US" altLang="ko-KR" sz="1400" dirty="0"/>
              <a:t>, </a:t>
            </a:r>
            <a:r>
              <a:rPr lang="ko-KR" altLang="en-US" sz="1400" dirty="0"/>
              <a:t>브라우저 동작 원리와 웹 구조 전반에 대한 이해를 한층 깊게 쌓을 수 있었습니다</a:t>
            </a:r>
            <a:r>
              <a:rPr lang="en-US" altLang="ko-KR" sz="1400" dirty="0"/>
              <a:t>.</a:t>
            </a:r>
          </a:p>
        </p:txBody>
      </p:sp>
      <p:sp>
        <p:nvSpPr>
          <p:cNvPr id="7" name="타원 6"/>
          <p:cNvSpPr/>
          <p:nvPr/>
        </p:nvSpPr>
        <p:spPr>
          <a:xfrm>
            <a:off x="673327" y="4242364"/>
            <a:ext cx="1042009" cy="1055716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2111432" y="4114801"/>
            <a:ext cx="854825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소감 </a:t>
            </a:r>
            <a:r>
              <a:rPr lang="en-US" altLang="ko-KR" sz="1400" dirty="0"/>
              <a:t>: TMDB API</a:t>
            </a:r>
            <a:r>
              <a:rPr lang="ko-KR" altLang="en-US" sz="1400" dirty="0"/>
              <a:t>를 활용해 영화 순위를 불러오고 카드 컴포넌트로 </a:t>
            </a:r>
            <a:r>
              <a:rPr lang="en-US" altLang="ko-KR" sz="1400" dirty="0"/>
              <a:t>UI</a:t>
            </a:r>
            <a:r>
              <a:rPr lang="ko-KR" altLang="en-US" sz="1400" dirty="0"/>
              <a:t>를 구성하면서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데이터 처리와 시각화의 중요성을 느꼈다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 dirty="0"/>
              <a:t>예약 </a:t>
            </a:r>
            <a:r>
              <a:rPr lang="ko-KR" altLang="en-US" sz="1400" dirty="0" err="1"/>
              <a:t>플로우</a:t>
            </a:r>
            <a:r>
              <a:rPr lang="ko-KR" altLang="en-US" sz="1400" dirty="0"/>
              <a:t> 구현 과정에서는 단계별 상태 관리와 사용자 경험 설계의 복잡함을 체감했다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JSON </a:t>
            </a:r>
            <a:r>
              <a:rPr lang="ko-KR" altLang="en-US" sz="1400" dirty="0"/>
              <a:t>데이터를 수집</a:t>
            </a:r>
            <a:r>
              <a:rPr lang="en-US" altLang="ko-KR" sz="1400" dirty="0"/>
              <a:t>·</a:t>
            </a:r>
            <a:r>
              <a:rPr lang="ko-KR" altLang="en-US" sz="1400" dirty="0"/>
              <a:t>가공하며 비동기 통신과 데이터 구조 설계 능력을 키웠다</a:t>
            </a:r>
            <a:r>
              <a:rPr lang="en-US" altLang="ko-KR" sz="1400" dirty="0"/>
              <a:t>.</a:t>
            </a:r>
            <a:r>
              <a:rPr lang="ko-KR" altLang="en-US" sz="1400" dirty="0"/>
              <a:t>전체적으로 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 err="1"/>
              <a:t>프론트엔드</a:t>
            </a:r>
            <a:r>
              <a:rPr lang="ko-KR" altLang="en-US" sz="1400" dirty="0"/>
              <a:t> 개발의 흐름과 서비스 완성도를 높이는 경험이 되었다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0575489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569</ep:Words>
  <ep:PresentationFormat>와이드스크린</ep:PresentationFormat>
  <ep:Paragraphs>65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추억</vt:lpstr>
      <vt:lpstr>01.주제 선정 이유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2025-10-30T07:17:10.000</dcterms:created>
  <dc:creator>LINE</dc:creator>
  <cp:lastModifiedBy>LINE-03</cp:lastModifiedBy>
  <dcterms:modified xsi:type="dcterms:W3CDTF">2026-01-12T00:28:57.545</dcterms:modified>
  <cp:revision>24</cp:revision>
  <dc:title>라인시네마 프로젝트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